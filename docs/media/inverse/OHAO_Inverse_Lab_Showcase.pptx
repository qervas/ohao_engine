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D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INVERSE RENDERING LAB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Multi-pipeline plate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one Vulkan host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Path-tracer oracle clears capture-gated frontier bars.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Diff-IR recovers tile albedo under Deferred from a real wrong start.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  ·  LABTEST PASS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40233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  ·  DIFFTEST PASS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40233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C++20 modular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OHAO Engine  ·  Inverse Lab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D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backends, one host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replacement story — Diff sits beside PT / Deferred as a fit sibling.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402336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TRACER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/ frontier bar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Full θ: albedo · lights · BRDF · pedestal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Capture-gated metrics (holdout + relight)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Holdout 32.5 dB  ·  gain +20.5 dB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Train-only loss; show views for eval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Role: gold standard when you need truth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097280"/>
            <a:ext cx="402336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DIFF-IR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fit sibling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Vulkan Deferred · full studio mesh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θ → beauty via applyTheta tile materials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Wrong-init (initTiles) + coordinate FD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PSNR 15.4 → 17.1  ·  map moves 0.0096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Role: fast material fit under real raster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OHAO Engine  ·  Inverse Lab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D1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Diff-IR  ·  wrong init → recovered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Deferred studio mesh  ·  tile albedo  ·  coordinate FD always runs</a:t>
            </a:r>
            <a:endParaRPr lang="en-US" sz="1100" dirty="0"/>
          </a:p>
        </p:txBody>
      </p:sp>
      <p:pic>
        <p:nvPicPr>
          <p:cNvPr id="5" name="Image 0" descr="/home/frankyin/Desktop/Github/ohao_engine/renders/showcase_slides/assets/diff_before_af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621792"/>
            <a:ext cx="8778240" cy="34015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133088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4133088"/>
            <a:ext cx="54864" cy="65836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Text 5"/>
          <p:cNvSpPr/>
          <p:nvPr/>
        </p:nvSpPr>
        <p:spPr>
          <a:xfrm>
            <a:off x="466344" y="420624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 PSNR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66344" y="442569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15.37 dB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68880" y="4133088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4133088"/>
            <a:ext cx="54864" cy="6583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9"/>
          <p:cNvSpPr/>
          <p:nvPr/>
        </p:nvSpPr>
        <p:spPr>
          <a:xfrm>
            <a:off x="2615184" y="420624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PSNR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15184" y="442569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17.15 dB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17720" y="4133088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4133088"/>
            <a:ext cx="54864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3"/>
          <p:cNvSpPr/>
          <p:nvPr/>
        </p:nvSpPr>
        <p:spPr>
          <a:xfrm>
            <a:off x="4764024" y="420624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64024" y="442569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0.029 → 0.019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766560" y="4133088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0" y="4133088"/>
            <a:ext cx="54864" cy="6583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7"/>
          <p:cNvSpPr/>
          <p:nvPr/>
        </p:nvSpPr>
        <p:spPr>
          <a:xfrm>
            <a:off x="6912864" y="420624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MSE vs INIT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912864" y="442569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0.0096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OHAO Engine  ·  Inverse Lab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D1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Diff-IR  ·  init  ·  recovered  ·  truth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plate: start from initTiles · no warm free-gift · map PNG export-only (not beauty SoT)</a:t>
            </a:r>
            <a:endParaRPr lang="en-US" sz="1100" dirty="0"/>
          </a:p>
        </p:txBody>
      </p:sp>
      <p:pic>
        <p:nvPicPr>
          <p:cNvPr id="5" name="Image 0" descr="/home/frankyin/Desktop/Github/ohao_engine/renders/showcase_slides/assets/diff_t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640080"/>
            <a:ext cx="8869680" cy="2606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3383280"/>
            <a:ext cx="8503920" cy="1097280"/>
          </a:xfrm>
          <a:prstGeom prst="roundRect">
            <a:avLst>
              <a:gd name="adj" fmla="val 8333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5204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(no theater)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38404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θ = applyTheta on tile materials through Vulkan Deferred (TAA off).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 FD always runs · map_mse vs wrong start · A/B gray↔cool MSE proves θ→beauty coupling · DIFFTEST PASS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OHAO Engine  ·  Inverse Lab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D1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tracer  ·  frontier fit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Lantern scene  ·  capture-gated GT  ·  multistart soft schedule</a:t>
            </a:r>
            <a:endParaRPr lang="en-US" sz="1100" dirty="0"/>
          </a:p>
        </p:txBody>
      </p:sp>
      <p:pic>
        <p:nvPicPr>
          <p:cNvPr id="5" name="Image 0" descr="/home/frankyin/Desktop/Github/ohao_engine/renders/showcase_slides/assets/pt_before_af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621792"/>
            <a:ext cx="8778240" cy="34015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133088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4133088"/>
            <a:ext cx="54864" cy="65836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Text 5"/>
          <p:cNvSpPr/>
          <p:nvPr/>
        </p:nvSpPr>
        <p:spPr>
          <a:xfrm>
            <a:off x="466344" y="420624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 BEFORE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66344" y="442569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0.299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68880" y="4133088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4133088"/>
            <a:ext cx="54864" cy="6583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9"/>
          <p:cNvSpPr/>
          <p:nvPr/>
        </p:nvSpPr>
        <p:spPr>
          <a:xfrm>
            <a:off x="2615184" y="420624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 AFTER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15184" y="442569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0.0195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17720" y="4133088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4133088"/>
            <a:ext cx="54864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3"/>
          <p:cNvSpPr/>
          <p:nvPr/>
        </p:nvSpPr>
        <p:spPr>
          <a:xfrm>
            <a:off x="4764024" y="420624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64024" y="442569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−93.5%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766560" y="4133088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0" y="4133088"/>
            <a:ext cx="54864" cy="6583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7"/>
          <p:cNvSpPr/>
          <p:nvPr/>
        </p:nvSpPr>
        <p:spPr>
          <a:xfrm>
            <a:off x="6912864" y="420624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HOLDOUT GAIN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912864" y="442569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+20.5 dB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OHAO Engine  ·  Inverse Lab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D1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 match  ·  residual heat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capture vs recovered beauty  ·  dark heat = match</a:t>
            </a:r>
            <a:endParaRPr lang="en-US" sz="1100" dirty="0"/>
          </a:p>
        </p:txBody>
      </p:sp>
      <p:pic>
        <p:nvPicPr>
          <p:cNvPr id="5" name="Image 0" descr="/home/frankyin/Desktop/Github/ohao_engine/renders/showcase_slides/assets/pt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" y="621792"/>
            <a:ext cx="8961120" cy="2606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38328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34930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HOLDOUT PSNR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0352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32.46 dB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30352" y="4114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≥ 28  ·  PASS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338328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0712" y="34930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RELIGHT PSNR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10712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34.36 dB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410712" y="4114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≥ 26  ·  PASS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338328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91072" y="34930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 vs WRONG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91072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+20.52 dB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291072" y="4114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≥ 8  ·  PASS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OHAO Engine  ·  Inverse Lab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D1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Generalization  ·  holdout + relight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metric_gt = capture_export_images  ·  not live-oracle theater</a:t>
            </a:r>
            <a:endParaRPr lang="en-US" sz="1100" dirty="0"/>
          </a:p>
        </p:txBody>
      </p:sp>
      <p:pic>
        <p:nvPicPr>
          <p:cNvPr id="5" name="Image 0" descr="/home/frankyin/Desktop/Github/ohao_engine/renders/showcase_slides/assets/pt_generaliz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" y="621792"/>
            <a:ext cx="896112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2926080"/>
            <a:ext cx="8503920" cy="1554480"/>
          </a:xfrm>
          <a:prstGeom prst="roundRect">
            <a:avLst>
              <a:gd name="adj" fmla="val 5882"/>
            </a:avLst>
          </a:prstGeom>
          <a:solidFill>
            <a:srgbClr val="141821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0906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plate proves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34290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 Capture-gated inverse materials work end-to-end on the Vulkan path tracer.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 Diff-IR is a real Deferred sibling — wrong-init tile recovery, modular C++20, no fake GPU SoT.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 Hybrid path: Diff for domain fit speed · PT for oracle bar · same inverse host &amp; scene.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OHAO Engine  ·  Inverse Lab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OHAO Inverse Lab — Diff-IR + Path Tracer Plate</dc:title>
  <dc:subject>Multi-pipeline Vulkan inverse rendering showcase</dc:subject>
  <dc:creator>OHAO Engine</dc:creator>
  <cp:lastModifiedBy>OHAO Engine</cp:lastModifiedBy>
  <cp:revision>1</cp:revision>
  <dcterms:created xsi:type="dcterms:W3CDTF">2026-07-17T05:18:41Z</dcterms:created>
  <dcterms:modified xsi:type="dcterms:W3CDTF">2026-07-17T05:18:41Z</dcterms:modified>
</cp:coreProperties>
</file>